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こんにちは、井上です。
今日は「競馬AIの歴史」というテーマでお話しします。
サブタイトルにある通り、なぜ私が競馬AIをやめたのか、その理由もお伝えします。
結論を先に言うと、「今から参入しても勝てない構造になっている」という話です。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前回のLTの振り返りです。
5万円から始めて、最高+150万円まで到達しましたが、結末は溶けました。
敗因は2つあります。
①は期待値が取れなくなったという技術的要因。オッズ変動や競合増加の影響です。
②は人間の愚かさ。調子に乗って裁量で賭けたり、感情でブレたり。
今日は①の技術的要因を深掘りします。なぜ期待値が取れなくなったのか、その構造を説明します。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競馬で継続的に勝つには期待値を取る必要があります。
期待値は「確率×オッズ」で計算します。
確率は機械学習で算出します。過去のレースデータから、各馬の勝率を予測するわけです。
オッズは市場が決めます。みんなの投票結果で決まる。
具体例を挙げます。AIが「この馬の勝率は15%」と計算したとします。
オッズが10倍なら、15% × 10倍 = 150%。期待値1.5です。
これを繰り返せば、理論上は50%の利益が出ます。
ポイントは、確率とオッズの両方が重要だということ。
どちらか片方だけ優れていても勝てません。
ではオッズはどう決まるのか、次のスライドで説明します。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日本の競馬は「パリミュチュエル方式」を採用しています。
海外のブックメーカーとは違って、オッズが固定されていません。
仕組みはこうです。
まず投票総額を集めます。そこからJRAが控除率として約20%を引きます。
残りの80%を、当たった人で山分けする。だからオッズは投票締切時点まで確定しない。
ここが重要なんですが、私たちがAIで計算するのは締切前のオッズです。
でも実際に払い戻されるのは締切時点のオッズ。
このズレが大きいと、期待値の計算が狂います。
「計算時は期待値1.5だったのに、締切時には1.0を切っていた」ということが起きる。
この構造を理解した上で、競馬AIの歴史を見ていきましょう。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1995年、「馬王」というソフトが登場しました。
統計的手法で競馬予測を行う先駆けです。
この時代のキーワードは「データ格差」です。
競馬データは高価でした。JRA-VANの契約料、過去データの購入費用、データベース構築のコスト。
データを持っている人だけがまともな分析ができた。
もう一つ重要なのは、参入者が少なかったこと。
AIで賭ける人が少ないから、オッズへの影響も小さかった。
先行者は静かに稼げる時代でした。
しかし2018年、状況が一変します。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2018年、ドワンゴのエンジニアチームがAI Mambaを開発しました。
ニコニコ生放送の企画として、実際に馬券を買って運用したんです。
結果は3ヶ月で+730万円。回収率120%以上。
これがメディアで大きく取り上げられました。
「AIで競馬に勝てる」という夢が、一気に広まったんです。
技術的にも、ディープラーニングや特徴量エンジニアリングの手法が公開されました。
ここから派生プロジェクトが次々と生まれます。
Kaggleのコンペ、個人開発者の参入、noteでの解説記事の増加。
その代表格が、次に紹介する松風です。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松風は、毎レース締切直前に買い目を無料公開するサービスでした。
誰でもその通りに買えば、同じ成績が出るという透明性。
実績がすごい。
2019年は+1,739万円。2020年は+2億円。
3ヶ月だけ切り取っても、購入額17.5億円、払戻20.8億円、収支+3.3億円。
ただし、2020年8月に公開を終了しました。
理由は明言されていませんが、おそらく「公開すると自分の期待値が下がる」と判断したのでしょう。
松風は先行者利益を十分に得て、札束勢になった象徴的存在です。
では、公開を続けたサービスはどうなったのか。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競馬AIゆまは、各馬の勝率を無料公開するサービスでした。
買い目ではなく確率だけを公開するスタイル。
実績は通算57,000レースで回収率約111%。
5000万PV、5万フォロワーという人気サービスでした。
しかし2022年8月、サービス終了を発表しました。
理由は「利用者増加によるオッズ低下」。
つまり、自分の予測を公開したことで、同じ馬券を買う人が増え、オッズが下がり、期待値が取れなくなった。
公開すること自体が自滅につながるという、皮肉な結末です。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ここまでの歴史を踏まえて、なぜ今から参入しても勝てないのか説明します。
まず、競馬AIの参入者が爆発的に増えました。
問題は、みんな似たような特徴量で分析すること。
過去の着順、タイム、血統、騎手、馬場状態...使うデータは大体同じです。
結果、買い目が似通ってくる。同じ馬にベットが集中してオッズが急落する。
次に、計算時点と締切時点のオッズのズレ。
10分前に計算した期待値が、締切時には全く違う数字になっている。
これを予測するには、他の参加者の行動をモデル化する必要があります。
資金力があれば、この両方に対応できます。
高精度なモデル開発のためのGPUクラスタ、データサイエンティストの雇用。
そして大口投票で自らオッズを動かす側になれる。締切直前に大量に賭けて、他の参加者の期待値計算を狂わせることもできます。
札束勢は有利、後発組は不利という構造ができてしまいました。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期待値 = 確率 × オッズ。この式が全てです。
確率を上げるには、高精度なモデルが必要。資金力があれば有利。
オッズについては、資金力があれば自らの投票でオッズを動かせる。予測ではなく、操作する側に回れるんです。
競馬AIの歴史は、格差の変遷でした。
最初はデータ格差。データを持っている人が勝てた。
次に技術格差。機械学習ができる人が勝てた。
今は資金力格差。札束で殴れる人が勝てる。
私の結論は、今から普通に参入しても勝てない、です。
最後に一言。ギャンブルは無理のない範囲で楽しみましょう。
ありがとうございました。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inoue-d/dev/my-samples/presentations/20260120_lt/output/screenshots/slide0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inoue-d/dev/my-samples/presentations/20260120_lt/output/screenshots/slide0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inoue-d/dev/my-samples/presentations/20260120_lt/output/screenshots/slide0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inoue-d/dev/my-samples/presentations/20260120_lt/output/screenshots/slide0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inoue-d/dev/my-samples/presentations/20260120_lt/output/screenshots/slide0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inoue-d/dev/my-samples/presentations/20260120_lt/output/screenshots/slide06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inoue-d/dev/my-samples/presentations/20260120_lt/output/screenshots/slide07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inoue-d/dev/my-samples/presentations/20260120_lt/output/screenshots/slide08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inoue-d/dev/my-samples/presentations/20260120_lt/output/screenshots/slide09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inoue-d/dev/my-samples/presentations/20260120_lt/output/screenshots/slide1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競馬AIの歴史</dc:title>
  <dc:subject>PptxGenJS Presentation</dc:subject>
  <dc:creator>井上 大貴</dc:creator>
  <cp:lastModifiedBy>井上 大貴</cp:lastModifiedBy>
  <cp:revision>1</cp:revision>
  <dcterms:created xsi:type="dcterms:W3CDTF">2026-01-19T10:45:17Z</dcterms:created>
  <dcterms:modified xsi:type="dcterms:W3CDTF">2026-01-19T10:45:17Z</dcterms:modified>
</cp:coreProperties>
</file>