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こんにちは、井上です。
今日は「競馬AIの歴史」というテーマでお話しします。
サブタイトルにある通り、なぜ私が競馬AIをやめたのか、その理由もお伝えします。
結論を先に言うと、「もう勝てない構造になっている」という話です。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前回のLTの振り返りです。
5万円から始めて、最高+150万円まで到達しましたが、結末は溶けました。
敗因は2つあります。
①は期待値が取れなくなったという環境要因。オッズ変動や競合増加の影響です。
②は人間の愚かさ。調子に乗って裁量で賭けたり、感情でブレたり。
今日は①の環境要因を深掘りします。なぜ期待値が取れなくなったのか、その構造を説明します。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競馬で継続的に勝つには期待値を取る必要があります。
期待値は「確率×オッズ」で計算します。
確率は機械学習などで算出します。過去のレースデータから、各馬の勝率を予測するわけです。
オッズは市場が決めます。みんなの投票結果で決まります。
具体例を挙げます。AIが「この馬の勝率は15%」と計算したとします。
オッズが10倍なら、15% × 10倍 = 150%。期待値1.5です。
これを繰り返せば、理論上は50%の利益が出ます。
ポイントは、確率とオッズの両方が重要だということ。
どちらか一方でも不正確なら勝てません。
ではオッズはどう決まるのか、次のスライドで説明します。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日本の競馬は「パリミュチュエル方式」を採用しています。
海外のブックメーカーとは違って、オッズが固定されていません。
仕組みはこうです。
まず投票総額を集めます。そこからJRAが控除率として（単勝の場合は）約20%を引きます。
残りの80%を、当たった人で山分けする。だからオッズは投票締切時点まで確定しない。
ここが重要なんですが、私たちが期待値を計算するのは締切前のオッズです。
でも実際に払い戻されるのは締切時点のオッズ。
このズレが大きいと、期待値の計算が狂います。
「計算時は期待値あったのに締切時には1.0を切っていた」ということが起きる。
この構造を理解した上で、競馬AIの歴史を見ていきましょう。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1995年、「馬王」というソフトが登場しました。
統計的手法で競馬予測を行う先駆けです。
この時代のキーワードは「データ格差」です。
競馬データは希少でした。
データを持っている人だけがまともな分析ができた。
そして参入者が少なかった。データ分析で賭ける人が少ないから、オッズへの影響も小さく、先行者は静かに稼げる時代でした。
しかし2018年、状況が一変します。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2018年、ドワンゴのエンジニアチームがAI Mambaを開発しました。
ニコニコ生放送の企画として、実際に馬券を買って運用したんです。
結果は3ヶ月で+730万円。回収率120%以上。
これがメディアで大きく取り上げられました。
「AIで競馬に勝てる」という夢が、一気に広まったんです。
技術的にも、ディープラーニングや特徴量エンジニアリングの手法が公開されました。
ここから派生プロジェクトが次々と生まれます。
Kaggleのコンペ、個人開発者の参入、noteでの解説記事の増加。
その代表格が、次に紹介する松風です。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松風は、ドワンゴチームの開発者が個人で開発している競馬AIです。毎レース締切直前に買い目を無料公開するサービスでした。
実績がすごい。
2019年は+1,739万円。2020年は+4億円超。
3ヶ月だけ切り取っても、購入額17.5億円、払戻20.8億円、収支+3.3億円。
ただし、2020年8月に公開を終了しました。
「公開すると自分の期待値が下がる」と判断したのでしょう。
松風は先行者利益を十分に得て、札束勢になった象徴的存在です。
もう一人の巨人、競馬AIゆまを紹介します。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競馬AIゆまは、各馬の勝率を無料公開するサービスでした。
買い目ではなく確率だけを公開するスタイル。
実績の金額は公開されていませんが、地方競馬合わせて通算57,000レースで回収率約111%。これは本当に驚異的な実績です。数億レベルの儲けでは済まないと思います。
5000万PV、5万フォロワーという人気サービスでした。
しかし2022年8月、サービス終了を発表しました。
理由は「利用者増加によるオッズ低下」。
つまり、自分の予測を公開したことで、同じ馬券を買う人が増え、オッズが下がり、期待値が取れなくなった。
公開すること自体が自滅につながる結末です。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ここまでの歴史を踏まえて、なぜ今から参入しても勝てないのか説明します。
問題の本質は、競馬AIの参入者が爆発的に増えたことです。
みんな似たような特徴量で分析する。過去の着順、タイム、血統、騎手、馬場状態...使うデータは大体同じ。
結果、AIが「期待値が高い」と判断する馬が被り、同じ馬にベットが集中してオッズが急落します。
これが厄介なのは、計算時点と締切時点でオッズがズレること。
10分前に計算した期待値が、締切時には全く違う数字になっている。
予測するには、他の参加者の行動までモデル化する必要がある。でも、それは現実的に難しい。
じゃあどうすればいいか。資金力があれば、この状況を逆手に取れます。
高精度なモデル開発のためのGPUクラスタ、データサイエンティストの雇用。
そして大口投票で自らオッズを動かす側になれる。締切直前に大量に賭けて、他の参加者の期待値計算を狂わせることもできます。
札束勢は有利、後発組は不利。この構造ができてしまいました。
結論として、今から普通に参入しても、オッズを動かす資金力がなければ期待値が取れません。
これが私が競馬AIをやめた理由です。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期待値 = 確率 × オッズ。この式が全てです。
確率を上げるには、高精度なモデルが必要。資金力があれば有利。
オッズについては、資金力があれば自らの投票でオッズを動かせる。予測ではなく、操作する側に回れるんです。
競馬AIの歴史は、格差の変遷でした。
最初はデータ格差。データを持っている人が勝てた。
次に技術格差。機械学習ができる人が勝てた。
今は資金力格差。札束で殴れる人が勝てる。
私の結論は、今から普通に参入しても勝てない、です。
最後に一言。ギャンブルは無理のない範囲で楽しみましょう。
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競馬AIの歴史</dc:title>
  <dc:subject>PptxGenJS Presentation</dc:subject>
  <dc:creator>井上 大貴</dc:creator>
  <cp:lastModifiedBy>井上 大貴</cp:lastModifiedBy>
  <cp:revision>1</cp:revision>
  <dcterms:created xsi:type="dcterms:W3CDTF">2026-01-20T00:39:05Z</dcterms:created>
  <dcterms:modified xsi:type="dcterms:W3CDTF">2026-01-20T00:39:05Z</dcterms:modified>
</cp:coreProperties>
</file>